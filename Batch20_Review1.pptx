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20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20 August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20 August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20 August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20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20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Date&amp; Time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571943"/>
              </p:ext>
            </p:extLst>
          </p:nvPr>
        </p:nvGraphicFramePr>
        <p:xfrm>
          <a:off x="8193271" y="4898509"/>
          <a:ext cx="3702050" cy="79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Susmitha (2420030045)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N. Amrutha Lekha (2420030477)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167561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Neelima Gogineni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ImpactFlow – Cloud-Native Software Change Impact &amp; Risk Prediction Platform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0" name="Content Box"/>
          <p:cNvSpPr txBox="1"/>
          <p:nvPr/>
        </p:nvSpPr>
        <p:spPr>
          <a:xfrm>
            <a:off x="685800" y="1350000"/>
            <a:ext cx="10820400" cy="4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/>
              <a:t>Modern microservice-based systems evolve continuously – even a small code change can ripple across many interconnected services.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/>
              <a:t>Developers and DevOps teams often lack visibility into which components a given change will affect before it is deployed.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/>
              <a:t>Existing CI/CD pipelines validate code correctness through testing, but do not assess the downstream risk or impact of a change.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/>
              <a:t>This gap between submitting a change and understanding its consequences increases production incidents, rollback effort, and delayed releases.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/>
              <a:t>There is a clear need for a system that can proactively assess change risk before deployment, not just after failures occur.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0" name="Content Box"/>
          <p:cNvSpPr txBox="1"/>
          <p:nvPr/>
        </p:nvSpPr>
        <p:spPr>
          <a:xfrm>
            <a:off x="685800" y="1350000"/>
            <a:ext cx="10820400" cy="50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Analyze proposed code changes and their dependencies to automatically identify the services/modules likely to be affected.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Design and build ImpactFlow as a set of Spring Boot microservices, using Eureka for service discovery and Spring Cloud Gateway for routing.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Develop an AI/ML-based risk-prediction model that scores each change and gives recommendations, following a complete MLOps workflow (train, version, deploy, monitor).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Embed DevSecOps practices throughout the pipeline – automated code-quality, security and vulnerability scanning at every stage.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Containerize all services with Docker and deploy them on Kubernetes using Helm charts, automated through a GitHub Actions CI/CD pipeline.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Enable real-time observability of the platform using Prometheus and Grafana, so service health and performance can be monitored continuously.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2726969"/>
              </p:ext>
            </p:extLst>
          </p:nvPr>
        </p:nvGraphicFramePr>
        <p:xfrm>
          <a:off x="284807" y="756035"/>
          <a:ext cx="11622383" cy="578287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68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Kapel et. al. [</a:t>
                      </a:r>
                      <a:r>
                        <a:rPr lang="en-IN" sz="1400" b="1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Learning from Change: Predictive Models for Incident Prevention in a Regulated IT Environment, </a:t>
                      </a:r>
                      <a:r>
                        <a:rPr lang="en-IN" sz="1400" b="1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ICSE-SEIP,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ML classifiers </a:t>
                      </a:r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(XGBoost, LightGBM, HGBC) trained on a real-world one-year bank change/incident dataset to score deployment risk pre-change, with </a:t>
                      </a:r>
                      <a:r>
                        <a:rPr lang="en-IN" sz="1400" b="1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SHAP</a:t>
                      </a:r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used for feature-level explainability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Data-driven ML models </a:t>
                      </a:r>
                      <a:r>
                        <a:rPr lang="en-IN" sz="1400" b="1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outperform the existing rule-based baseline</a:t>
                      </a:r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at flagging incident-inducing changes before deployment, while remaining auditable and explainable for a regulated environment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Precision stays low in absolute terms (best ~0.05) due to heavy class imbalance; evaluated only within one bank's environment, limiting generalizability to other domains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5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Musco et. al. [</a:t>
                      </a:r>
                      <a:r>
                        <a:rPr lang="en-IN" sz="1400" b="1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Learning Algorithm for Change Impact Prediction, </a:t>
                      </a:r>
                      <a:r>
                        <a:rPr lang="en-IN" sz="1400" b="1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RAISE (ACM), 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Weighted call-graph learning </a:t>
                      </a:r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(Binary and Dichotomic edge-update algorithms) trained on code mutations to estimate the likelihood that a change propagates along each call-graph edge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learning-based model (LCIP) predicts change impact with </a:t>
                      </a:r>
                      <a:r>
                        <a:rPr lang="en-IN" sz="1400" b="1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74% precision and 85% recall</a:t>
                      </a:r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(F-score 64%), outperforming a standard transitive-closure baseline on two large Java projects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Evaluated only on synthetic, mutation-generated changes; authors note the need to validate on real-world commit histories and extend the approach to more languages and larger systems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1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Giamattei et. al. [</a:t>
                      </a:r>
                      <a:r>
                        <a:rPr lang="en-IN" sz="1400" b="1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Change Impact Analysis in Microservice Systems: A Systematic Literature Review, </a:t>
                      </a:r>
                      <a:r>
                        <a:rPr lang="en-IN" sz="1400" b="1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Journal of Systems and Software,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Systematic literature review </a:t>
                      </a:r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screening 1,669 papers, narrowed down to 29 primary studies on tools, methods and metrics used to measure change impact in microservice architectures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Most existing change-impact-analysis techniques for microservices assess only a </a:t>
                      </a:r>
                      <a:r>
                        <a:rPr lang="en-IN" sz="1400" b="1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single aspect of impact</a:t>
                      </a:r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(e.g., structural or performance) rather than the system holistically, and tool support remains immature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Authors identify open challenges in improving detection accuracy, combining multiple impact dimensions, and validating approaches on real, production-scale microservice systems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0" name="Content Box"/>
          <p:cNvSpPr txBox="1"/>
          <p:nvPr/>
        </p:nvSpPr>
        <p:spPr>
          <a:xfrm>
            <a:off x="685800" y="1900000"/>
            <a:ext cx="10820400" cy="435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/>
              <a:t>Traditional CI/CD pipelines check that code works (unit/integration tests) but do not evaluate the risk or blast-radius of a change.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/>
              <a:t>There is no proactive way to flag which downstream services are likely to break before a change is deployed.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/>
              <a:t>In practice, change impact is usually discovered only after something fails in production – leading to rollbacks and incident response.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/>
              <a:t>Manual dependency tracking does not scale in large, distributed microservice architectures with many interconnected services.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/>
              <a:t>Gap: the absence of an integrated, data-driven risk-prediction layer sitting between “code change submitted” and “code change deployed”.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0" name="Content Box"/>
          <p:cNvSpPr txBox="1"/>
          <p:nvPr/>
        </p:nvSpPr>
        <p:spPr>
          <a:xfrm>
            <a:off x="685800" y="1950000"/>
            <a:ext cx="10820400" cy="425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Goes beyond conventional CI/CD testing by pairing change-impact analysis with an AI/ML-generated risk score and recommendations.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Treats risk prediction as a first-class MLOps workflow – the model is trained, versioned, deployed and continuously monitored/retrained.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Bakes DevSecOps into the pipeline itself: SonarQube (code quality), Trivy (container vulnerabilities) and OWASP ZAP (dynamic security testing) run automatically on every change.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Fully cloud-native design – independently deployable Spring Boot microservices, Kafka-based event-driven communication, Kubernetes + Helm deployment, NGINX Ingress with TLS.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Gives developers actionable, pre-deployment guidance instead of only post-hoc alerts after something has already broken.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685800" y="1900000"/>
            <a:ext cx="10820400" cy="13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Technically feasible – built entirely on mature, well-supported open-source technology: Spring Boot, Kafka, Docker, Kubernetes, GitHub Actions.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Modular microservices design allows the team to build, test and demo each service independently and incrementally across the semester.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Only a modest, historical set of code-change/commit data is needed to train the initial ML risk-prediction model, keeping the scope achievable.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20" name="Timeline Table"/>
          <p:cNvGraphicFramePr>
            <a:graphicFrameLocks noGrp="1"/>
          </p:cNvGraphicFramePr>
          <p:nvPr/>
        </p:nvGraphicFramePr>
        <p:xfrm>
          <a:off x="685800" y="3300000"/>
          <a:ext cx="10820400" cy="30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2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 marL="45720" marR="45720" marT="22860" marB="228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Key Activities</a:t>
                      </a:r>
                    </a:p>
                  </a:txBody>
                  <a:tcPr marL="45720" marR="45720" marT="22860" marB="228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Duration</a:t>
                      </a:r>
                    </a:p>
                  </a:txBody>
                  <a:tcPr marL="45720" marR="45720" marT="22860" marB="22860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Phase 1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/>
                        <a:t>Requirements gathering &amp; system/architecture design (microservice boundaries, DB-per-service plan)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/>
                        <a:t>Weeks 1–2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Phase 2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/>
                        <a:t>Core microservice development – REST APIs, Eureka discovery, Spring Cloud Gateway, JWT security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/>
                        <a:t>Weeks 3–5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Phase 3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/>
                        <a:t>ML risk-prediction model – data preparation, training, versioning (MLOps pipeline)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/>
                        <a:t>Weeks 5–7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Phase 4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/>
                        <a:t>CI/CD &amp; DevSecOps integration – GitHub Actions, SonarQube, Trivy, OWASP ZAP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/>
                        <a:t>Weeks 7–9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Phase 5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/>
                        <a:t>Containerization &amp; Kubernetes deployment – Docker, Helm, NGINX Ingress, Kafka events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/>
                        <a:t>Weeks 9–10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Phase 6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/>
                        <a:t>Testing, monitoring setup (Prometheus/Grafana), evaluation &amp; documentation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/>
                        <a:t>Weeks 10–12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1085</Words>
  <Application>Microsoft Office PowerPoint</Application>
  <PresentationFormat>Widescreen</PresentationFormat>
  <Paragraphs>113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Narne Amrutha Lekha</cp:lastModifiedBy>
  <cp:revision>33</cp:revision>
  <dcterms:created xsi:type="dcterms:W3CDTF">2026-08-08T06:33:56Z</dcterms:created>
  <dcterms:modified xsi:type="dcterms:W3CDTF">2026-08-20T05:52:59Z</dcterms:modified>
</cp:coreProperties>
</file>